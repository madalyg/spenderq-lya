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32136" cy="1630375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9774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NV variability reconstructions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13232"/>
            <a:ext cx="77724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J103119.22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713232"/>
            <a:ext cx="4389120" cy="2999232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-10464-58155-0575_spenderq_eh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7" y="713232"/>
            <a:ext cx="4389117" cy="1463039"/>
          </a:xfrm>
          <a:prstGeom prst="rect">
            <a:avLst/>
          </a:prstGeom>
        </p:spPr>
      </p:pic>
      <p:pic>
        <p:nvPicPr>
          <p:cNvPr id="6" name="Picture 5" descr="spec-6456-56339-0894_spenderq_eh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7" y="2249424"/>
            <a:ext cx="4389117" cy="1463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3803904"/>
            <a:ext cx="77724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J103800.50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3803904"/>
            <a:ext cx="4389120" cy="2999232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ec-0948-52428-0370_spenderq_eh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7" y="3803904"/>
            <a:ext cx="4389117" cy="1463039"/>
          </a:xfrm>
          <a:prstGeom prst="rect">
            <a:avLst/>
          </a:prstGeom>
        </p:spPr>
      </p:pic>
      <p:pic>
        <p:nvPicPr>
          <p:cNvPr id="10" name="Picture 9" descr="spec-7089-56661-0060_spenderq_eh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7" y="5340096"/>
            <a:ext cx="4389117" cy="1463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" y="6894576"/>
            <a:ext cx="77724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J112954.72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6894576"/>
            <a:ext cx="4389120" cy="2999232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ec-1618-53116-0538_spenderq_ehv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417" y="6894576"/>
            <a:ext cx="4389117" cy="1463039"/>
          </a:xfrm>
          <a:prstGeom prst="rect">
            <a:avLst/>
          </a:prstGeom>
        </p:spPr>
      </p:pic>
      <p:pic>
        <p:nvPicPr>
          <p:cNvPr id="14" name="Picture 13" descr="spec-5374-55947-0608_spenderq_ehv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7" y="8430768"/>
            <a:ext cx="4389117" cy="14630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9985248"/>
            <a:ext cx="77724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J123830.71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9985248"/>
            <a:ext cx="4389120" cy="2999232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pec-1455-53089-0381_spenderq_ehv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417" y="9985248"/>
            <a:ext cx="4389117" cy="1463039"/>
          </a:xfrm>
          <a:prstGeom prst="rect">
            <a:avLst/>
          </a:prstGeom>
        </p:spPr>
      </p:pic>
      <p:pic>
        <p:nvPicPr>
          <p:cNvPr id="18" name="Picture 17" descr="spec-6670-56389-0168_spenderq_ehv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4417" y="11521440"/>
            <a:ext cx="4389117" cy="14630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8600" y="13075920"/>
            <a:ext cx="777240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J230820.39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13075920"/>
            <a:ext cx="4389120" cy="2999232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pec-6122-56246-0696_spenderq_ehv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417" y="13075920"/>
            <a:ext cx="4389117" cy="1463039"/>
          </a:xfrm>
          <a:prstGeom prst="rect">
            <a:avLst/>
          </a:prstGeom>
        </p:spPr>
      </p:pic>
      <p:pic>
        <p:nvPicPr>
          <p:cNvPr id="22" name="Picture 21" descr="spec-7610-56980-0454_spenderq_ehv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4417" y="14612112"/>
            <a:ext cx="4389117" cy="1463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28600"/>
            <a:ext cx="9774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J2318 dense Lyα reconstructions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13232"/>
            <a:ext cx="77724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/>
            </a:pPr>
            <a:r>
              <a:t>J2318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713232"/>
            <a:ext cx="4389120" cy="4535424"/>
          </a:xfrm>
          <a:prstGeom prst="rect">
            <a:avLst/>
          </a:prstGeom>
          <a:noFill/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-6138-57328-0746_spenderq_eh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7" y="713232"/>
            <a:ext cx="4389117" cy="1463039"/>
          </a:xfrm>
          <a:prstGeom prst="rect">
            <a:avLst/>
          </a:prstGeom>
        </p:spPr>
      </p:pic>
      <p:pic>
        <p:nvPicPr>
          <p:cNvPr id="6" name="Picture 5" descr="spec-6138-59188-0746_spenderq_eh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7" y="2249424"/>
            <a:ext cx="4389117" cy="1463039"/>
          </a:xfrm>
          <a:prstGeom prst="rect">
            <a:avLst/>
          </a:prstGeom>
        </p:spPr>
      </p:pic>
      <p:pic>
        <p:nvPicPr>
          <p:cNvPr id="7" name="Picture 6" descr="spec-6138-60251-0746_spenderq_eh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7" y="3785616"/>
            <a:ext cx="4389117" cy="1463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